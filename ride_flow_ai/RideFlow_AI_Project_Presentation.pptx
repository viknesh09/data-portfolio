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RideFlow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Cab Booking &amp; Driver Allocation System</a:t>
            </a:r>
          </a:p>
          <a:p>
            <a:r>
              <a:t>Viknesh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Inefficient driver allocation</a:t>
            </a:r>
          </a:p>
          <a:p>
            <a:pPr>
              <a:defRPr sz="2400"/>
            </a:pPr>
            <a:r>
              <a:t>• Long wait times</a:t>
            </a:r>
          </a:p>
          <a:p>
            <a:pPr>
              <a:defRPr sz="2400"/>
            </a:pPr>
            <a:r>
              <a:t>• Inaccurate fare estimation</a:t>
            </a:r>
          </a:p>
          <a:p>
            <a:pPr>
              <a:defRPr sz="2400"/>
            </a:pPr>
            <a:r>
              <a:t>• Limited customer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Predict ride demand</a:t>
            </a:r>
          </a:p>
          <a:p>
            <a:pPr>
              <a:defRPr sz="2400"/>
            </a:pPr>
            <a:r>
              <a:t>• Estimate fare</a:t>
            </a:r>
          </a:p>
          <a:p>
            <a:pPr>
              <a:defRPr sz="2400"/>
            </a:pPr>
            <a:r>
              <a:t>• Allocate best driver</a:t>
            </a:r>
          </a:p>
          <a:p>
            <a:pPr>
              <a:defRPr sz="2400"/>
            </a:pPr>
            <a:r>
              <a:t>• Multilingual chatbot</a:t>
            </a:r>
          </a:p>
          <a:p>
            <a:pPr>
              <a:defRPr sz="2400"/>
            </a:pPr>
            <a:r>
              <a:t>• FastAPI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Python, FastAPI, Scikit-learn, Pandas, NumPy</a:t>
            </a:r>
          </a:p>
          <a:p>
            <a:pPr>
              <a:defRPr sz="2400"/>
            </a:pPr>
            <a:r>
              <a:t>HTML/CSS/JavaScript</a:t>
            </a:r>
          </a:p>
          <a:p>
            <a:pPr>
              <a:defRPr sz="2400"/>
            </a:pPr>
            <a:r>
              <a:t>Joblib, Uvicorn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→ Frontend → FastAPI → ML Models → Prediction →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Trip details → API → ML Prediction → Driver Allocation → Ride Confirmation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 preprocessing</a:t>
            </a:r>
          </a:p>
          <a:p>
            <a:pPr>
              <a:defRPr sz="2400"/>
            </a:pPr>
            <a:r>
              <a:t>Feature engineering</a:t>
            </a:r>
          </a:p>
          <a:p>
            <a:pPr>
              <a:defRPr sz="2400"/>
            </a:pPr>
            <a:r>
              <a:t>Model training</a:t>
            </a:r>
          </a:p>
          <a:p>
            <a:pPr>
              <a:defRPr sz="2400"/>
            </a:pPr>
            <a:r>
              <a:t>Prediction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REST APIs</a:t>
            </a:r>
          </a:p>
          <a:p>
            <a:pPr>
              <a:defRPr sz="2400"/>
            </a:pPr>
            <a:r>
              <a:t>Swagger (/docs)</a:t>
            </a:r>
          </a:p>
          <a:p>
            <a:pPr>
              <a:defRPr sz="2400"/>
            </a:pPr>
            <a:r>
              <a:t>JSON responses</a:t>
            </a:r>
          </a:p>
          <a:p>
            <a:pPr>
              <a:defRPr sz="2400"/>
            </a:pPr>
            <a:r>
              <a:t>Model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Fare prediction</a:t>
            </a:r>
          </a:p>
          <a:p>
            <a:pPr>
              <a:defRPr sz="2400"/>
            </a:pPr>
            <a:r>
              <a:t>Driver allocation</a:t>
            </a:r>
          </a:p>
          <a:p>
            <a:pPr>
              <a:defRPr sz="2400"/>
            </a:pPr>
            <a:r>
              <a:t>Demand prediction</a:t>
            </a:r>
          </a:p>
          <a:p>
            <a:pPr>
              <a:defRPr sz="2400"/>
            </a:pPr>
            <a:r>
              <a:t>Multilingual chatbot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 integration</a:t>
            </a:r>
          </a:p>
          <a:p>
            <a:pPr>
              <a:defRPr sz="2400"/>
            </a:pPr>
            <a:r>
              <a:t>CORS</a:t>
            </a:r>
          </a:p>
          <a:p>
            <a:pPr>
              <a:defRPr sz="2400"/>
            </a:pPr>
            <a:r>
              <a:t>Model loading</a:t>
            </a:r>
          </a:p>
          <a:p>
            <a:pPr>
              <a:defRPr sz="2400"/>
            </a:pPr>
            <a:r>
              <a:t>API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Improved automation</a:t>
            </a:r>
          </a:p>
          <a:p>
            <a:pPr>
              <a:defRPr sz="2400"/>
            </a:pPr>
            <a:r>
              <a:t>Faster responses</a:t>
            </a:r>
          </a:p>
          <a:p>
            <a:pPr>
              <a:defRPr sz="2400"/>
            </a:pPr>
            <a:r>
              <a:t>Better user experience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
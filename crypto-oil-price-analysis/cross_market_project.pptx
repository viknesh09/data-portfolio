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Cross-Market Analysis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Crypto, Oil &amp; Stocks using SQL &amp; Streamlit</a:t>
            </a:r>
          </a:p>
          <a:p/>
          <a:p>
            <a:r>
              <a:t>Student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relationships between Crypto, Oil, and Stock Markets.</a:t>
            </a:r>
          </a:p>
          <a:p>
            <a:r>
              <a:t>Find patterns, correlations, and trends.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CoinGecko API (Crypto)</a:t>
            </a:r>
          </a:p>
          <a:p>
            <a:r>
              <a:t>• Yahoo Finance (Stocks)</a:t>
            </a:r>
          </a:p>
          <a:p>
            <a:r>
              <a:t>• GitHub Dataset (Oil Prices)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 (Pandas, Requests, yfinance)</a:t>
            </a:r>
          </a:p>
          <a:p>
            <a:r>
              <a:t>• SQL (SQLite)</a:t>
            </a:r>
          </a:p>
          <a:p>
            <a:r>
              <a:t>• Streamlit (Dashboard)</a:t>
            </a:r>
          </a:p>
          <a:p>
            <a:r>
              <a:t>• Matplotlib/Seaborn (EDA)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Collection (APIs)</a:t>
            </a:r>
          </a:p>
          <a:p>
            <a:r>
              <a:t>2. Data Cleaning (Pandas)</a:t>
            </a:r>
          </a:p>
          <a:p>
            <a:r>
              <a:t>3. Store in SQL Database</a:t>
            </a:r>
          </a:p>
          <a:p>
            <a:r>
              <a:t>4. Query using SQL</a:t>
            </a:r>
          </a:p>
          <a:p>
            <a:r>
              <a:t>5. Visualize in Streamlit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Tables:</a:t>
            </a:r>
          </a:p>
          <a:p>
            <a:r>
              <a:t>• cryptocurrencies</a:t>
            </a:r>
          </a:p>
          <a:p>
            <a:r>
              <a:t>• crypto_prices</a:t>
            </a:r>
          </a:p>
          <a:p>
            <a:r>
              <a:t>• oil_prices</a:t>
            </a:r>
          </a:p>
          <a:p>
            <a:r>
              <a:t>• stock_prices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 → APIs</a:t>
            </a:r>
          </a:p>
          <a:p>
            <a:r>
              <a:t>Transform → Clean &amp; Format</a:t>
            </a:r>
          </a:p>
          <a:p>
            <a:r>
              <a:t>Load → SQLite Database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Top cryptocurrencies by market cap</a:t>
            </a:r>
          </a:p>
          <a:p>
            <a:r>
              <a:t>• Oil price trends</a:t>
            </a:r>
          </a:p>
          <a:p>
            <a:r>
              <a:t>• Stock market 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Max Bitcoin Price</a:t>
            </a:r>
          </a:p>
          <a:p>
            <a:r>
              <a:t>• Oil Price Trends</a:t>
            </a:r>
          </a:p>
          <a:p>
            <a:r>
              <a:t>• Stock Market Analysis</a:t>
            </a:r>
          </a:p>
          <a:p>
            <a:r>
              <a:t>• Cross-market comparisons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Overview Page</a:t>
            </a:r>
          </a:p>
          <a:p>
            <a:r>
              <a:t>• SQL Query Runner</a:t>
            </a:r>
          </a:p>
          <a:p>
            <a:r>
              <a:t>• Crypto Analysis</a:t>
            </a:r>
          </a:p>
          <a:p>
            <a:r>
              <a:t>• Interactive charts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Crypto behaves differently from traditional assets.</a:t>
            </a:r>
          </a:p>
          <a:p>
            <a:r>
              <a:t>Useful for investment &amp; risk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correlation analysis</a:t>
            </a:r>
          </a:p>
          <a:p>
            <a:r>
              <a:t>• Deploy app online</a:t>
            </a:r>
          </a:p>
          <a:p>
            <a:r>
              <a:t>• Real-time data streaming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
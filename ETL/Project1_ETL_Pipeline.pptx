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⚙️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Automation Pipeline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SQL  ·  AWS S3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Viknesh Karunanidhi  ·  AI/ML Developer  ·  Mumbai, India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056632"/>
            <a:ext cx="91440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3776"/>
            <a:ext cx="9144000" cy="1828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85800"/>
            <a:ext cx="8412480" cy="123444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8580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777240"/>
            <a:ext cx="8156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069848"/>
            <a:ext cx="8156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teams were spending hours every day manually extracting, cleaning and loading datasets — a slow, error-prone process that delayed downstream analytics and ML model training.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3931920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57400"/>
            <a:ext cx="64008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148840"/>
            <a:ext cx="3675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Automation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441448"/>
            <a:ext cx="36758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CSV exports from multiple sources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Ad-hoc Python scripts per analyst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~2 days lag before data was usable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error rate in transformations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057400"/>
            <a:ext cx="4114800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057400"/>
            <a:ext cx="6400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214884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ML Team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28032" y="2441448"/>
            <a:ext cx="38587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Models trained on stale/dirty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single source of truth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Engineers blocked waiting for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audit trail for transformations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5056632"/>
            <a:ext cx="91440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3776"/>
            <a:ext cx="9144000" cy="1828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85800"/>
            <a:ext cx="1600200" cy="1371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raw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74520" y="1371600"/>
            <a:ext cx="5029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2344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685800"/>
            <a:ext cx="1600200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7498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12344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 quality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03320" y="1371600"/>
            <a:ext cx="5029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12344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31920" y="685800"/>
            <a:ext cx="160020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7498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12344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joins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32120" y="1371600"/>
            <a:ext cx="5029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2344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60720" y="685800"/>
            <a:ext cx="160020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7498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60720" y="12344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60920" y="1371600"/>
            <a:ext cx="5029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12344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89520" y="685800"/>
            <a:ext cx="1600200" cy="1371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7498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89520" y="12344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alert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completion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377440"/>
            <a:ext cx="2560320" cy="24231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377440"/>
            <a:ext cx="64008" cy="2423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46888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" y="2761488"/>
            <a:ext cx="2304288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Pandas &amp; NumPy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 (PostgreSQL)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S3 (boto3)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 version control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2377440"/>
            <a:ext cx="2560320" cy="2423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2377440"/>
            <a:ext cx="64008" cy="2423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246888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64992" y="2761488"/>
            <a:ext cx="2304288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 pipeline design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Schema validation layer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handling &amp; retries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Incremental data loading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scheduling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2377440"/>
            <a:ext cx="2651760" cy="242316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2377440"/>
            <a:ext cx="64008" cy="2423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246888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99632" y="2761488"/>
            <a:ext cx="2395728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1M+ records processed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Multiple source formats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Partitioned S3 storage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Delta load support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audit logging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5056632"/>
            <a:ext cx="91440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3776"/>
            <a:ext cx="9144000" cy="1828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85800"/>
            <a:ext cx="192024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95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reduced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685800"/>
            <a:ext cx="192024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795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2316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processed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685800"/>
            <a:ext cx="192024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795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2→4h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8056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lag: days to hours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685800"/>
            <a:ext cx="192024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795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3796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errors post-deploy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1920240"/>
            <a:ext cx="4023360" cy="2834640"/>
          </a:xfrm>
          <a:prstGeom prst="rect">
            <a:avLst/>
          </a:prstGeom>
          <a:solidFill>
            <a:srgbClr val="1122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920240"/>
            <a:ext cx="64008" cy="2834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011680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" y="2304288"/>
            <a:ext cx="376732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Analysts spent 8+ hours/week on manual data prep with inconsistent results and no repeatability.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Fully automated pipeline runs on schedule, delivers clean data to S3, and sends alerts on failure — freeing the team to focus on analysis.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920240"/>
            <a:ext cx="4023360" cy="2834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920240"/>
            <a:ext cx="64008" cy="2834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011680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28032" y="2304288"/>
            <a:ext cx="376732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models now train on fresh, validated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freshness improved from 48h to under 4h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pipeline replaces 5+ ad-hoc scripts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Fully reusable across new data sources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Reduced onboarding time for new analysts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56632"/>
            <a:ext cx="91440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3776"/>
            <a:ext cx="9144000" cy="1828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58368"/>
            <a:ext cx="8412480" cy="41605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8046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ETL Pipeline — Core Transform Module
</a:t>
            </a:r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as pd
</a:t>
            </a:r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boto3, logging
</a:t>
            </a:r>
            <a:pPr indent="0" marL="0">
              <a:buNone/>
            </a:pPr>
            <a:r>
              <a:rPr lang="en-US" sz="11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run_pipeline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(source_path, target_bucket):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pd.read_csv(source_path)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validate_schema(df)      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schema checks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transform(df)            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clean &amp; enrich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load_to_s3(df, target_bucket) 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push to AWS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logging.info(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f'Loaded {len(df)} records'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1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(df):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df.drop_duplicates(inplace=</a:t>
            </a:r>
            <a:pPr indent="0" marL="0">
              <a:buNone/>
            </a:pPr>
            <a:r>
              <a:rPr lang="en-US" sz="11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df.fillna(method=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'ffill'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inplace=</a:t>
            </a:r>
            <a:pPr indent="0" marL="0">
              <a:buNone/>
            </a:pPr>
            <a:r>
              <a:rPr lang="en-US" sz="11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
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056632"/>
            <a:ext cx="91440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ETL Automation Pipeline</dc:title>
  <dc:subject>PptxGenJS Presentation</dc:subject>
  <dc:creator>PptxGenJS</dc:creator>
  <cp:lastModifiedBy>PptxGenJS</cp:lastModifiedBy>
  <cp:revision>1</cp:revision>
  <dcterms:created xsi:type="dcterms:W3CDTF">2026-05-21T19:29:28Z</dcterms:created>
  <dcterms:modified xsi:type="dcterms:W3CDTF">2026-05-21T19:29:28Z</dcterms:modified>
</cp:coreProperties>
</file>